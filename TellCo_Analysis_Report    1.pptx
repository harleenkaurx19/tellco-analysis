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6" r:id="rId24"/>
    <p:sldId id="285" r:id="rId25"/>
    <p:sldId id="284" r:id="rId26"/>
    <p:sldId id="283" r:id="rId27"/>
    <p:sldId id="279" r:id="rId28"/>
    <p:sldId id="280" r:id="rId29"/>
    <p:sldId id="281" r:id="rId30"/>
    <p:sldId id="282" r:id="rId31"/>
    <p:sldId id="278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7C872-4F5A-4961-8F80-2E03D3A0A923}" v="12" dt="2026-04-02T07:22:13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liiyn kaur" userId="9e2394be93e50d2e" providerId="LiveId" clId="{5BF3BE7A-B427-4FD7-9557-A71B79510FD4}"/>
    <pc:docChg chg="undo custSel addSld modSld">
      <pc:chgData name="Harliiyn kaur" userId="9e2394be93e50d2e" providerId="LiveId" clId="{5BF3BE7A-B427-4FD7-9557-A71B79510FD4}" dt="2026-04-02T07:23:52.452" v="120" actId="20577"/>
      <pc:docMkLst>
        <pc:docMk/>
      </pc:docMkLst>
      <pc:sldChg chg="modSp mod">
        <pc:chgData name="Harliiyn kaur" userId="9e2394be93e50d2e" providerId="LiveId" clId="{5BF3BE7A-B427-4FD7-9557-A71B79510FD4}" dt="2026-04-02T07:23:52.452" v="120" actId="20577"/>
        <pc:sldMkLst>
          <pc:docMk/>
          <pc:sldMk cId="0" sldId="256"/>
        </pc:sldMkLst>
        <pc:spChg chg="mod">
          <ac:chgData name="Harliiyn kaur" userId="9e2394be93e50d2e" providerId="LiveId" clId="{5BF3BE7A-B427-4FD7-9557-A71B79510FD4}" dt="2026-04-02T07:23:52.452" v="120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Harliiyn kaur" userId="9e2394be93e50d2e" providerId="LiveId" clId="{5BF3BE7A-B427-4FD7-9557-A71B79510FD4}" dt="2026-04-02T07:22:58.031" v="104" actId="1076"/>
        <pc:sldMkLst>
          <pc:docMk/>
          <pc:sldMk cId="0" sldId="276"/>
        </pc:sldMkLst>
        <pc:spChg chg="mod">
          <ac:chgData name="Harliiyn kaur" userId="9e2394be93e50d2e" providerId="LiveId" clId="{5BF3BE7A-B427-4FD7-9557-A71B79510FD4}" dt="2026-04-02T07:22:26.816" v="96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Harliiyn kaur" userId="9e2394be93e50d2e" providerId="LiveId" clId="{5BF3BE7A-B427-4FD7-9557-A71B79510FD4}" dt="2026-04-02T07:22:46.683" v="101" actId="107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Harliiyn kaur" userId="9e2394be93e50d2e" providerId="LiveId" clId="{5BF3BE7A-B427-4FD7-9557-A71B79510FD4}" dt="2026-04-02T07:22:41.229" v="99" actId="478"/>
          <ac:spMkLst>
            <pc:docMk/>
            <pc:sldMk cId="0" sldId="276"/>
            <ac:spMk id="4" creationId="{00000000-0000-0000-0000-000000000000}"/>
          </ac:spMkLst>
        </pc:spChg>
        <pc:picChg chg="add mod">
          <ac:chgData name="Harliiyn kaur" userId="9e2394be93e50d2e" providerId="LiveId" clId="{5BF3BE7A-B427-4FD7-9557-A71B79510FD4}" dt="2026-04-02T07:22:58.031" v="104" actId="1076"/>
          <ac:picMkLst>
            <pc:docMk/>
            <pc:sldMk cId="0" sldId="276"/>
            <ac:picMk id="6" creationId="{867C0438-B68A-D34F-F2D4-29006656E29F}"/>
          </ac:picMkLst>
        </pc:picChg>
      </pc:sldChg>
      <pc:sldChg chg="addSp delSp modSp new mod">
        <pc:chgData name="Harliiyn kaur" userId="9e2394be93e50d2e" providerId="LiveId" clId="{5BF3BE7A-B427-4FD7-9557-A71B79510FD4}" dt="2026-04-02T07:22:20.449" v="95" actId="1076"/>
        <pc:sldMkLst>
          <pc:docMk/>
          <pc:sldMk cId="2631074017" sldId="277"/>
        </pc:sldMkLst>
        <pc:picChg chg="add mod">
          <ac:chgData name="Harliiyn kaur" userId="9e2394be93e50d2e" providerId="LiveId" clId="{5BF3BE7A-B427-4FD7-9557-A71B79510FD4}" dt="2026-04-02T07:22:20.449" v="95" actId="1076"/>
          <ac:picMkLst>
            <pc:docMk/>
            <pc:sldMk cId="2631074017" sldId="277"/>
            <ac:picMk id="3" creationId="{CD7E6196-5E58-1770-43AD-9153205043E4}"/>
          </ac:picMkLst>
        </pc:picChg>
        <pc:picChg chg="add del mod">
          <ac:chgData name="Harliiyn kaur" userId="9e2394be93e50d2e" providerId="LiveId" clId="{5BF3BE7A-B427-4FD7-9557-A71B79510FD4}" dt="2026-04-02T07:22:17.137" v="94" actId="478"/>
          <ac:picMkLst>
            <pc:docMk/>
            <pc:sldMk cId="2631074017" sldId="277"/>
            <ac:picMk id="5" creationId="{F15240CC-6145-685E-F062-F681855A643C}"/>
          </ac:picMkLst>
        </pc:picChg>
        <pc:picChg chg="add del mod">
          <ac:chgData name="Harliiyn kaur" userId="9e2394be93e50d2e" providerId="LiveId" clId="{5BF3BE7A-B427-4FD7-9557-A71B79510FD4}" dt="2026-04-02T07:22:00.742" v="88" actId="478"/>
          <ac:picMkLst>
            <pc:docMk/>
            <pc:sldMk cId="2631074017" sldId="277"/>
            <ac:picMk id="7" creationId="{F6CC2568-093F-6E4E-F32C-FCA6325FAE1E}"/>
          </ac:picMkLst>
        </pc:picChg>
        <pc:picChg chg="add del mod">
          <ac:chgData name="Harliiyn kaur" userId="9e2394be93e50d2e" providerId="LiveId" clId="{5BF3BE7A-B427-4FD7-9557-A71B79510FD4}" dt="2026-04-02T07:21:45.785" v="84" actId="478"/>
          <ac:picMkLst>
            <pc:docMk/>
            <pc:sldMk cId="2631074017" sldId="277"/>
            <ac:picMk id="9" creationId="{554AF41B-7069-012C-64DC-BAACB5CC6D81}"/>
          </ac:picMkLst>
        </pc:picChg>
        <pc:picChg chg="add del mod">
          <ac:chgData name="Harliiyn kaur" userId="9e2394be93e50d2e" providerId="LiveId" clId="{5BF3BE7A-B427-4FD7-9557-A71B79510FD4}" dt="2026-04-02T07:21:29.423" v="80" actId="478"/>
          <ac:picMkLst>
            <pc:docMk/>
            <pc:sldMk cId="2631074017" sldId="277"/>
            <ac:picMk id="11" creationId="{8488AEEE-3892-EA28-309F-871D5C7BFB6E}"/>
          </ac:picMkLst>
        </pc:picChg>
        <pc:picChg chg="add del mod">
          <ac:chgData name="Harliiyn kaur" userId="9e2394be93e50d2e" providerId="LiveId" clId="{5BF3BE7A-B427-4FD7-9557-A71B79510FD4}" dt="2026-04-02T07:20:58.627" v="74" actId="478"/>
          <ac:picMkLst>
            <pc:docMk/>
            <pc:sldMk cId="2631074017" sldId="277"/>
            <ac:picMk id="13" creationId="{2D0A992C-561E-ED11-ECA0-E0F3DE24AA00}"/>
          </ac:picMkLst>
        </pc:picChg>
        <pc:picChg chg="add del mod">
          <ac:chgData name="Harliiyn kaur" userId="9e2394be93e50d2e" providerId="LiveId" clId="{5BF3BE7A-B427-4FD7-9557-A71B79510FD4}" dt="2026-04-02T07:20:49.757" v="72" actId="478"/>
          <ac:picMkLst>
            <pc:docMk/>
            <pc:sldMk cId="2631074017" sldId="277"/>
            <ac:picMk id="15" creationId="{D7798C30-6EE4-D84A-D461-3A06431D4F86}"/>
          </ac:picMkLst>
        </pc:picChg>
        <pc:picChg chg="add del mod">
          <ac:chgData name="Harliiyn kaur" userId="9e2394be93e50d2e" providerId="LiveId" clId="{5BF3BE7A-B427-4FD7-9557-A71B79510FD4}" dt="2026-04-02T07:20:36.709" v="70" actId="478"/>
          <ac:picMkLst>
            <pc:docMk/>
            <pc:sldMk cId="2631074017" sldId="277"/>
            <ac:picMk id="17" creationId="{AC202463-1DA3-F006-CAF0-5B2878BFB131}"/>
          </ac:picMkLst>
        </pc:picChg>
        <pc:picChg chg="add del mod">
          <ac:chgData name="Harliiyn kaur" userId="9e2394be93e50d2e" providerId="LiveId" clId="{5BF3BE7A-B427-4FD7-9557-A71B79510FD4}" dt="2026-04-02T07:20:27.404" v="68" actId="478"/>
          <ac:picMkLst>
            <pc:docMk/>
            <pc:sldMk cId="2631074017" sldId="277"/>
            <ac:picMk id="19" creationId="{5F313EEB-4BF0-57B0-B8C5-646760008DF8}"/>
          </ac:picMkLst>
        </pc:picChg>
        <pc:picChg chg="add del mod">
          <ac:chgData name="Harliiyn kaur" userId="9e2394be93e50d2e" providerId="LiveId" clId="{5BF3BE7A-B427-4FD7-9557-A71B79510FD4}" dt="2026-04-02T07:19:06.189" v="49" actId="478"/>
          <ac:picMkLst>
            <pc:docMk/>
            <pc:sldMk cId="2631074017" sldId="277"/>
            <ac:picMk id="21" creationId="{AEBB2232-C9B1-85E3-F2BC-00064CAEC18C}"/>
          </ac:picMkLst>
        </pc:picChg>
        <pc:picChg chg="add del mod">
          <ac:chgData name="Harliiyn kaur" userId="9e2394be93e50d2e" providerId="LiveId" clId="{5BF3BE7A-B427-4FD7-9557-A71B79510FD4}" dt="2026-04-02T07:18:49.542" v="47" actId="478"/>
          <ac:picMkLst>
            <pc:docMk/>
            <pc:sldMk cId="2631074017" sldId="277"/>
            <ac:picMk id="23" creationId="{C4CC213D-0DDF-10CB-FBA2-03C2357AECFC}"/>
          </ac:picMkLst>
        </pc:picChg>
        <pc:picChg chg="add del mod">
          <ac:chgData name="Harliiyn kaur" userId="9e2394be93e50d2e" providerId="LiveId" clId="{5BF3BE7A-B427-4FD7-9557-A71B79510FD4}" dt="2026-04-02T07:18:20.687" v="41" actId="478"/>
          <ac:picMkLst>
            <pc:docMk/>
            <pc:sldMk cId="2631074017" sldId="277"/>
            <ac:picMk id="25" creationId="{34F47AB2-2990-6B19-CD6B-BD6162E379F6}"/>
          </ac:picMkLst>
        </pc:picChg>
      </pc:sldChg>
      <pc:sldChg chg="addSp modSp new mod">
        <pc:chgData name="Harliiyn kaur" userId="9e2394be93e50d2e" providerId="LiveId" clId="{5BF3BE7A-B427-4FD7-9557-A71B79510FD4}" dt="2026-04-02T07:18:43.137" v="46" actId="1076"/>
        <pc:sldMkLst>
          <pc:docMk/>
          <pc:sldMk cId="3739582870" sldId="278"/>
        </pc:sldMkLst>
        <pc:picChg chg="add mod">
          <ac:chgData name="Harliiyn kaur" userId="9e2394be93e50d2e" providerId="LiveId" clId="{5BF3BE7A-B427-4FD7-9557-A71B79510FD4}" dt="2026-04-02T07:18:15.351" v="40" actId="1076"/>
          <ac:picMkLst>
            <pc:docMk/>
            <pc:sldMk cId="3739582870" sldId="278"/>
            <ac:picMk id="2" creationId="{0D9CC16E-C5B8-E9D5-1A33-AA62C16DE2D9}"/>
          </ac:picMkLst>
        </pc:picChg>
        <pc:picChg chg="add mod">
          <ac:chgData name="Harliiyn kaur" userId="9e2394be93e50d2e" providerId="LiveId" clId="{5BF3BE7A-B427-4FD7-9557-A71B79510FD4}" dt="2026-04-02T07:18:43.137" v="46" actId="1076"/>
          <ac:picMkLst>
            <pc:docMk/>
            <pc:sldMk cId="3739582870" sldId="278"/>
            <ac:picMk id="3" creationId="{0426D05C-C60D-BBEB-4452-6C2493B724E4}"/>
          </ac:picMkLst>
        </pc:picChg>
      </pc:sldChg>
      <pc:sldChg chg="addSp modSp new">
        <pc:chgData name="Harliiyn kaur" userId="9e2394be93e50d2e" providerId="LiveId" clId="{5BF3BE7A-B427-4FD7-9557-A71B79510FD4}" dt="2026-04-02T07:20:55.645" v="73"/>
        <pc:sldMkLst>
          <pc:docMk/>
          <pc:sldMk cId="3901542603" sldId="279"/>
        </pc:sldMkLst>
        <pc:picChg chg="add mod">
          <ac:chgData name="Harliiyn kaur" userId="9e2394be93e50d2e" providerId="LiveId" clId="{5BF3BE7A-B427-4FD7-9557-A71B79510FD4}" dt="2026-04-02T07:20:46.328" v="71"/>
          <ac:picMkLst>
            <pc:docMk/>
            <pc:sldMk cId="3901542603" sldId="279"/>
            <ac:picMk id="2" creationId="{E51B4F5B-7767-772C-6F8E-CE960C5D8515}"/>
          </ac:picMkLst>
        </pc:picChg>
        <pc:picChg chg="add mod">
          <ac:chgData name="Harliiyn kaur" userId="9e2394be93e50d2e" providerId="LiveId" clId="{5BF3BE7A-B427-4FD7-9557-A71B79510FD4}" dt="2026-04-02T07:20:55.645" v="73"/>
          <ac:picMkLst>
            <pc:docMk/>
            <pc:sldMk cId="3901542603" sldId="279"/>
            <ac:picMk id="3" creationId="{D7ACC5D4-8A34-F600-A332-E49966EF6752}"/>
          </ac:picMkLst>
        </pc:picChg>
      </pc:sldChg>
      <pc:sldChg chg="addSp modSp new">
        <pc:chgData name="Harliiyn kaur" userId="9e2394be93e50d2e" providerId="LiveId" clId="{5BF3BE7A-B427-4FD7-9557-A71B79510FD4}" dt="2026-04-02T07:20:33.112" v="69"/>
        <pc:sldMkLst>
          <pc:docMk/>
          <pc:sldMk cId="1177569664" sldId="280"/>
        </pc:sldMkLst>
        <pc:picChg chg="add mod">
          <ac:chgData name="Harliiyn kaur" userId="9e2394be93e50d2e" providerId="LiveId" clId="{5BF3BE7A-B427-4FD7-9557-A71B79510FD4}" dt="2026-04-02T07:20:33.112" v="69"/>
          <ac:picMkLst>
            <pc:docMk/>
            <pc:sldMk cId="1177569664" sldId="280"/>
            <ac:picMk id="2" creationId="{706E04CE-6EB4-4D67-5718-0559741E7281}"/>
          </ac:picMkLst>
        </pc:picChg>
      </pc:sldChg>
      <pc:sldChg chg="addSp modSp new mod">
        <pc:chgData name="Harliiyn kaur" userId="9e2394be93e50d2e" providerId="LiveId" clId="{5BF3BE7A-B427-4FD7-9557-A71B79510FD4}" dt="2026-04-02T07:20:07.863" v="64" actId="1076"/>
        <pc:sldMkLst>
          <pc:docMk/>
          <pc:sldMk cId="2232754953" sldId="281"/>
        </pc:sldMkLst>
        <pc:picChg chg="add mod">
          <ac:chgData name="Harliiyn kaur" userId="9e2394be93e50d2e" providerId="LiveId" clId="{5BF3BE7A-B427-4FD7-9557-A71B79510FD4}" dt="2026-04-02T07:20:07.863" v="64" actId="1076"/>
          <ac:picMkLst>
            <pc:docMk/>
            <pc:sldMk cId="2232754953" sldId="281"/>
            <ac:picMk id="2" creationId="{3DF00827-6001-1547-008F-113F3CAC7FF5}"/>
          </ac:picMkLst>
        </pc:picChg>
      </pc:sldChg>
      <pc:sldChg chg="addSp delSp modSp new mod">
        <pc:chgData name="Harliiyn kaur" userId="9e2394be93e50d2e" providerId="LiveId" clId="{5BF3BE7A-B427-4FD7-9557-A71B79510FD4}" dt="2026-04-02T07:19:57.168" v="61" actId="1076"/>
        <pc:sldMkLst>
          <pc:docMk/>
          <pc:sldMk cId="1810259800" sldId="282"/>
        </pc:sldMkLst>
        <pc:picChg chg="add mod">
          <ac:chgData name="Harliiyn kaur" userId="9e2394be93e50d2e" providerId="LiveId" clId="{5BF3BE7A-B427-4FD7-9557-A71B79510FD4}" dt="2026-04-02T07:19:57.168" v="61" actId="1076"/>
          <ac:picMkLst>
            <pc:docMk/>
            <pc:sldMk cId="1810259800" sldId="282"/>
            <ac:picMk id="2" creationId="{A7850F7B-6B5C-6B83-0917-E424E19A2F50}"/>
          </ac:picMkLst>
        </pc:picChg>
        <pc:picChg chg="add del mod">
          <ac:chgData name="Harliiyn kaur" userId="9e2394be93e50d2e" providerId="LiveId" clId="{5BF3BE7A-B427-4FD7-9557-A71B79510FD4}" dt="2026-04-02T07:19:45.204" v="58" actId="478"/>
          <ac:picMkLst>
            <pc:docMk/>
            <pc:sldMk cId="1810259800" sldId="282"/>
            <ac:picMk id="3" creationId="{22E37B05-1F0F-3A82-01CB-8848A8349B25}"/>
          </ac:picMkLst>
        </pc:picChg>
      </pc:sldChg>
      <pc:sldChg chg="addSp modSp new mod">
        <pc:chgData name="Harliiyn kaur" userId="9e2394be93e50d2e" providerId="LiveId" clId="{5BF3BE7A-B427-4FD7-9557-A71B79510FD4}" dt="2026-04-02T07:23:27.256" v="108" actId="1076"/>
        <pc:sldMkLst>
          <pc:docMk/>
          <pc:sldMk cId="3845101592" sldId="283"/>
        </pc:sldMkLst>
        <pc:picChg chg="add mod">
          <ac:chgData name="Harliiyn kaur" userId="9e2394be93e50d2e" providerId="LiveId" clId="{5BF3BE7A-B427-4FD7-9557-A71B79510FD4}" dt="2026-04-02T07:23:27.256" v="108" actId="1076"/>
          <ac:picMkLst>
            <pc:docMk/>
            <pc:sldMk cId="3845101592" sldId="283"/>
            <ac:picMk id="2" creationId="{586B4923-3894-B4C8-B42D-2EB2F4EB2E67}"/>
          </ac:picMkLst>
        </pc:picChg>
      </pc:sldChg>
      <pc:sldChg chg="addSp modSp new mod">
        <pc:chgData name="Harliiyn kaur" userId="9e2394be93e50d2e" providerId="LiveId" clId="{5BF3BE7A-B427-4FD7-9557-A71B79510FD4}" dt="2026-04-02T07:23:20.023" v="107" actId="1076"/>
        <pc:sldMkLst>
          <pc:docMk/>
          <pc:sldMk cId="355765936" sldId="284"/>
        </pc:sldMkLst>
        <pc:picChg chg="add mod">
          <ac:chgData name="Harliiyn kaur" userId="9e2394be93e50d2e" providerId="LiveId" clId="{5BF3BE7A-B427-4FD7-9557-A71B79510FD4}" dt="2026-04-02T07:23:20.023" v="107" actId="1076"/>
          <ac:picMkLst>
            <pc:docMk/>
            <pc:sldMk cId="355765936" sldId="284"/>
            <ac:picMk id="2" creationId="{380A5565-6110-FD47-1B9B-7425EEDC0BEF}"/>
          </ac:picMkLst>
        </pc:picChg>
      </pc:sldChg>
      <pc:sldChg chg="addSp modSp new mod">
        <pc:chgData name="Harliiyn kaur" userId="9e2394be93e50d2e" providerId="LiveId" clId="{5BF3BE7A-B427-4FD7-9557-A71B79510FD4}" dt="2026-04-02T07:23:14.308" v="106" actId="1076"/>
        <pc:sldMkLst>
          <pc:docMk/>
          <pc:sldMk cId="744897527" sldId="285"/>
        </pc:sldMkLst>
        <pc:picChg chg="add mod">
          <ac:chgData name="Harliiyn kaur" userId="9e2394be93e50d2e" providerId="LiveId" clId="{5BF3BE7A-B427-4FD7-9557-A71B79510FD4}" dt="2026-04-02T07:23:14.308" v="106" actId="1076"/>
          <ac:picMkLst>
            <pc:docMk/>
            <pc:sldMk cId="744897527" sldId="285"/>
            <ac:picMk id="2" creationId="{E9C57A69-3233-7AAB-F7B1-5221E8EB7443}"/>
          </ac:picMkLst>
        </pc:picChg>
      </pc:sldChg>
      <pc:sldChg chg="addSp modSp new mod">
        <pc:chgData name="Harliiyn kaur" userId="9e2394be93e50d2e" providerId="LiveId" clId="{5BF3BE7A-B427-4FD7-9557-A71B79510FD4}" dt="2026-04-02T07:23:08.423" v="105" actId="1076"/>
        <pc:sldMkLst>
          <pc:docMk/>
          <pc:sldMk cId="1236520477" sldId="286"/>
        </pc:sldMkLst>
        <pc:picChg chg="add mod">
          <ac:chgData name="Harliiyn kaur" userId="9e2394be93e50d2e" providerId="LiveId" clId="{5BF3BE7A-B427-4FD7-9557-A71B79510FD4}" dt="2026-04-02T07:23:08.423" v="105" actId="1076"/>
          <ac:picMkLst>
            <pc:docMk/>
            <pc:sldMk cId="1236520477" sldId="286"/>
            <ac:picMk id="2" creationId="{708428CF-B7F9-292F-591E-B6937AACCF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TellCo Telecom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User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CFF"/>
                </a:solidFill>
              </a:rPr>
              <a:t>Analyzing Growth Opportunities for TellCo Mobile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Prepared by: Harl</a:t>
            </a:r>
            <a:r>
              <a:rPr lang="en-IN" sz="1400" b="0" dirty="0" err="1">
                <a:solidFill>
                  <a:srgbClr val="FFFFFF"/>
                </a:solidFill>
              </a:rPr>
              <a:t>iiyn</a:t>
            </a:r>
            <a:r>
              <a:rPr lang="en-IN" sz="1400" b="0">
                <a:solidFill>
                  <a:srgbClr val="FFFFFF"/>
                </a:solidFill>
              </a:rPr>
              <a:t> kaur</a:t>
            </a:r>
            <a:r>
              <a:rPr sz="1400" b="0">
                <a:solidFill>
                  <a:srgbClr val="FFFFFF"/>
                </a:solidFill>
              </a:rPr>
              <a:t>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- Dataset: 150,001 sessions from TellCo mobile network
- Period: April 2019
- Users: Over 106,000 unique customers analyzed
- Goal: Identify growth opportunities &amp; recommend buy/sell decision
- Tools: Python, Pandas, Scikit-learn, Streamlit, PostgreSQL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Top 10 Handsets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
Top 10 Handsets Used by Customers:
1. Huawei B528S-23A         - 20,324 users
2. Apple iPhone 6S (A1688)  -  9,419 users
3. Apple iPhone 6 (A1586)   -  9,023 users
4. Apple iPhone 7 (A1778)   -  6,326 users
5. Apple iPhone SE (A1723)  -  5,187 users
6. Apple iPhone 8 (A1905)   -  4,993 users
7. Apple iPhone XR (A2105)  -  4,568 users
8. Samsung Galaxy S8        -  4,520 users
9. Apple iPhone X (A1901)   -  3,813 users
10. Samsung Galaxy A5       -  3,724 users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Top 3 Manufacturers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Top 3 Handset Manufacturers:
🥇 Apple    - 60,137 users (40%)
🥈 Samsung  - 40,839 users (27%)
🥉 Huawei   - 34,423 users (23%)
Key Insight:
Apple dominates the market with 40% share.
Samsung and Huawei follow with strong presence.
Marketing should focus on Apple &amp; Samsung users
for premium service offerings.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User Behavior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Per-User Aggregated Metrics:
- Total Sessions analyzed: 150,001
- Unique Users: 106,856
- Average session duration: varies by user segment
- Top apps by data usage: Gaming &amp; Other Applications
- Social Media and YouTube show consistent usage
Data was cleaned by replacing missing values with column means.
Outliers were handled using 3 standard deviation clipping.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Engagement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2: Engagement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Top 10 Users by Sessions, Duration &amp; Traffic were identified.
K-Means Clustering (k=3) Results:
- Cluster 0 - Low Engagement:
  Few sessions, short duration, low traffic
- Cluster 1 - Medium Engagement:
  Moderate sessions, average duration &amp; traffic
- Cluster 2 - High Engagement:
  Many sessions, long duration, high data usage
Elbow method confirmed k=3 as optimal number of clusters.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2: Top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Application Usage by Total Data Volume:
🥇 Gaming        - Highest data usage
🥈 Other Apps    - Second highest
🥉 Social Media  - Third highest
YouTube, Netflix, Google &amp; Email show lower but
consistent usage patterns.
Recommendation:
Network resources should be prioritized for
Gaming and Social Media applications.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67F"/>
                </a:solidFill>
              </a:rPr>
              <a:t>Task 2: Optimal Clusters - Elbow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The Elbow Method was used to find the optimal k value.
- Tested k values from 1 to 10
- Plotted inertia (within-cluster sum of squares)
- The curve bends at k=3 indicating optimal clustering
This means customers naturally fall into 3 groups:
  - Low engagement users
  - Medium engagement users
  - High engagement users
See elbow curve chart in dashboard for visual proof.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Experience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3: Experience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Per-user experience metrics computed:
- Average TCP Retransmission (DL + UL)
- Average Round Trip Time - RTT (DL + UL)
- Average Throughput (DL + UL)
- Handset Type (most frequent per user)
Missing values replaced with column mean.
Outliers handled with 3 standard deviation clipping.
Top, Bottom &amp; Most Frequent values computed
for TCP, RTT and Throughput metrics.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67F"/>
                </a:solidFill>
              </a:rPr>
              <a:t>Task 3: Throughput &amp; TCP per Handset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Throughput Distribution per Handset Type:
- Huawei B528S-23A shows highest average throughput
- Apple devices show consistent mid-range throughput
- Samsung devices vary widely in throughput
TCP Retransmission per Handset Type:
- Higher TCP retransmission = worse network experience
- Some handsets show significantly higher retransmission
- Indicates network compatibility issues with certain devices
See charts in dashboard for visual breakdown.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3: Experience Clusters (k=3)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K-Means Clustering on Experience Metrics:
- Cluster 0 - Poor Experience:
  High TCP retransmission, High RTT, Low throughput
- Cluster 1 - Average Experience:
  Moderate TCP, Moderate RTT, Moderate throughput
- Cluster 2 - Good Experience:
  Low TCP retransmission, Low RTT, High throughput
Most users fall in Average Experience cluster.
Poor experience users need immediate network attention.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Satisfaction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Satisfaction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Satisfaction Score Computation:
- Engagement Score = Euclidean distance from least
  engaged cluster centroid
- Experience Score = Euclidean distance from worst
  experience cluster centroid
- Satisfaction Score = Average of both scores
106,856 users scored successfully!
Top 10 most satisfied customers identified.
All scores exported to PostgreSQL database.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Regression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Linear Regression Model to Predict Satisfaction:
- Features: Engagement Score + Experience Score
- Target: Satisfaction Score
- Train/Test Split: 80% / 20%
Model Results:
  ✅ MSE:      0.0000 (Near Perfect!)
  ✅ R² Score: 1.0000 (Perfect Prediction!)
Model tracked using MLflow:
- Parameters logged
- Metrics logged
- Model artifact saved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Satisfaction Clusters (k=2)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K-Means (k=2) on Engagement &amp; Experience Scores:
- Cluster 0 - Lower Satisfaction:
  Average satisfaction: 0.2922
  Count: 35,607 users
- Cluster 1 - Higher Satisfaction:
  Average satisfaction: 0.3494
  Count: 71,249 users
Majority of users (71,249) fall in higher satisfaction cluster.
This is a positive sign for TellCo's service quality!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✅ Recommendation: BUY TellCo!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
Strong reasons to purchase TellCo:
✅ Large user base: 106,856 active customers
✅ High engagement: Gaming &amp; Social Media drive usage
✅ Apple &amp; Samsung dominance: Premium user segment
✅ Majority satisfied: 71,249 users in high satisfaction cluster
✅ Growth potential: Underserved segments identified
✅ Network improvements can boost experience scores
Action Plan:
- Focus marketing on Apple &amp; Samsung users
- Improve network for poor experience cluster
- Expand Gaming &amp; Social Media bandwidth
- Target high-engagement users for premium plans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Limitations of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</a:rPr>
              <a:t>
- Data covers only 1 month (April 2019) - may not represent
  full year patterns or seasonal trends
- Missing values were replaced with means which may
  introduce slight bias in results
- Satisfaction score is derived (not directly measured)
  from engagement and experience metrics only
- R² = 1.0 suggests possible data leakage in regression
  model - needs further investigation
- External factors (pricing, competition, coverage area)
  not included in analysis
- Dataset may be outdated (2019) - market conditions
  may have changed significantly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- TellCo xDR Dataset - Nexthikes IT Solutions (2019)
- Scikit-learn Documentation:
  https://scikit-learn.org
- Streamlit Documentation:
  https://streamlit.io
- MLflow Documentation:
  https://mlflow.org
- Pandas Documentation:
  https://pandas.pydata.org
- GitHub Repository:
  https://github.com/harleenkaurx19/tellco-analysis
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8012" y="303475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Live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21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</a:rPr>
              <a:t>
Streamlit Dashboard built for easy navigation:
🔗 GitHub Repository:
https://github.com/harleenkaurx19/tellco-analysis
📊 Dashboard Pages:
- 🏠 Home          - Key metrics overview
- 📊 User Overview - Top handsets &amp; manufacturers
- 🔥 Engagement    - App usage &amp; clusters
- 📡 Experience    - Network performance
- 😊 Satisfaction  - Scores &amp; predictions
▶ To run dashboard locally:
  pip install -r requirements.txt
  streamlit run dashboard/app.py
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7C0438-B68A-D34F-F2D4-29006656E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99" y="303475"/>
            <a:ext cx="7154426" cy="54330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E6196-5E58-1770-43AD-915320504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083"/>
            <a:ext cx="12188825" cy="540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74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8428CF-B7F9-292F-591E-B6937AAC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60377"/>
            <a:ext cx="12188825" cy="554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20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C57A69-3233-7AAB-F7B1-5221E8EB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88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97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0A5565-6110-FD47-1B9B-7425EEDC0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745"/>
            <a:ext cx="12188825" cy="40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5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6B4923-3894-B4C8-B42D-2EB2F4EB2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558"/>
            <a:ext cx="12188825" cy="61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01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B4F5B-7767-772C-6F8E-CE960C5D8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45" y="0"/>
            <a:ext cx="1122293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ACC5D4-8A34-F600-A332-E49966EF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85" y="0"/>
            <a:ext cx="111390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42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6E04CE-6EB4-4D67-5718-0559741E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67"/>
            <a:ext cx="12188825" cy="675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69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F00827-6001-1547-008F-113F3CAC7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53" y="511278"/>
            <a:ext cx="11739717" cy="5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54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850F7B-6B5C-6B83-0917-E424E19A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1" y="229659"/>
            <a:ext cx="11985522" cy="639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59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9CC16E-C5B8-E9D5-1A33-AA62C16D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59635"/>
            <a:ext cx="12188825" cy="3198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26D05C-C60D-BBEB-4452-6C2493B72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134" y="-230021"/>
            <a:ext cx="7647679" cy="4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8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1586</Words>
  <Application>Microsoft Office PowerPoint</Application>
  <PresentationFormat>Custom</PresentationFormat>
  <Paragraphs>44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Harliiyn kaur</cp:lastModifiedBy>
  <cp:revision>1</cp:revision>
  <dcterms:created xsi:type="dcterms:W3CDTF">2013-01-27T09:14:16Z</dcterms:created>
  <dcterms:modified xsi:type="dcterms:W3CDTF">2026-04-02T07:23:53Z</dcterms:modified>
  <cp:category/>
</cp:coreProperties>
</file>