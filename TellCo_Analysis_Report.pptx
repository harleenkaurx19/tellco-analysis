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liiyn kaur" userId="9e2394be93e50d2e" providerId="LiveId" clId="{5BF3BE7A-B427-4FD7-9557-A71B79510FD4}"/>
    <pc:docChg chg="modSld">
      <pc:chgData name="Harliiyn kaur" userId="9e2394be93e50d2e" providerId="LiveId" clId="{5BF3BE7A-B427-4FD7-9557-A71B79510FD4}" dt="2026-04-02T06:39:44.643" v="11" actId="20577"/>
      <pc:docMkLst>
        <pc:docMk/>
      </pc:docMkLst>
      <pc:sldChg chg="modSp mod">
        <pc:chgData name="Harliiyn kaur" userId="9e2394be93e50d2e" providerId="LiveId" clId="{5BF3BE7A-B427-4FD7-9557-A71B79510FD4}" dt="2026-04-02T06:39:44.643" v="11" actId="20577"/>
        <pc:sldMkLst>
          <pc:docMk/>
          <pc:sldMk cId="0" sldId="256"/>
        </pc:sldMkLst>
        <pc:spChg chg="mod">
          <ac:chgData name="Harliiyn kaur" userId="9e2394be93e50d2e" providerId="LiveId" clId="{5BF3BE7A-B427-4FD7-9557-A71B79510FD4}" dt="2026-04-02T06:39:44.643" v="11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TellCo Telecom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User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DCFF"/>
                </a:solidFill>
              </a:rPr>
              <a:t>Analyzing Growth Opportunities for TellCo Mobile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Prepared by: Harl</a:t>
            </a:r>
            <a:r>
              <a:rPr lang="en-IN" sz="1400" b="0" dirty="0" err="1">
                <a:solidFill>
                  <a:srgbClr val="FFFFFF"/>
                </a:solidFill>
              </a:rPr>
              <a:t>iiyn</a:t>
            </a:r>
            <a:r>
              <a:rPr lang="en-IN" sz="1400" b="0">
                <a:solidFill>
                  <a:srgbClr val="FFFFFF"/>
                </a:solidFill>
              </a:rPr>
              <a:t> kaur</a:t>
            </a:r>
            <a:r>
              <a:rPr sz="1400" b="0">
                <a:solidFill>
                  <a:srgbClr val="FFFFFF"/>
                </a:solidFill>
              </a:rPr>
              <a:t>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- Dataset: 150,001 sessions from TellCo mobile network
- Period: April 2019
- Users: Over 106,000 unique customers analyzed
- Goal: Identify growth opportunities &amp; recommend buy/sell decision
- Tools: Python, Pandas, Scikit-learn, Streamlit, PostgreSQL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1: Top 10 Handsets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
Top 10 Handsets Used by Customers:
1. Huawei B528S-23A         - 20,324 users
2. Apple iPhone 6S (A1688)  -  9,419 users
3. Apple iPhone 6 (A1586)   -  9,023 users
4. Apple iPhone 7 (A1778)   -  6,326 users
5. Apple iPhone SE (A1723)  -  5,187 users
6. Apple iPhone 8 (A1905)   -  4,993 users
7. Apple iPhone XR (A2105)  -  4,568 users
8. Samsung Galaxy S8        -  4,520 users
9. Apple iPhone X (A1901)   -  3,813 users
10. Samsung Galaxy A5       -  3,724 users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1: Top 3 Manufacturers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Top 3 Handset Manufacturers:
🥇 Apple    - 60,137 users (40%)
🥈 Samsung  - 40,839 users (27%)
🥉 Huawei   - 34,423 users (23%)
Key Insight:
Apple dominates the market with 40% share.
Samsung and Huawei follow with strong presence.
Marketing should focus on Apple &amp; Samsung users
for premium service offerings.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1: User Behavior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Per-User Aggregated Metrics:
- Total Sessions analyzed: 150,001
- Unique Users: 106,856
- Average session duration: varies by user segment
- Top apps by data usage: Gaming &amp; Other Applications
- Social Media and YouTube show consistent usage
Data was cleaned by replacing missing values with column means.
Outliers were handled using 3 standard deviation clipping.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User Engagement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2: Engagement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Top 10 Users by Sessions, Duration &amp; Traffic were identified.
K-Means Clustering (k=3) Results:
- Cluster 0 - Low Engagement:
  Few sessions, short duration, low traffic
- Cluster 1 - Medium Engagement:
  Moderate sessions, average duration &amp; traffic
- Cluster 2 - High Engagement:
  Many sessions, long duration, high data usage
Elbow method confirmed k=3 as optimal number of clusters.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2: Top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Application Usage by Total Data Volume:
🥇 Gaming        - Highest data usage
🥈 Other Apps    - Second highest
🥉 Social Media  - Third highest
YouTube, Netflix, Google &amp; Email show lower but
consistent usage patterns.
Recommendation:
Network resources should be prioritized for
Gaming and Social Media applications.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67F"/>
                </a:solidFill>
              </a:rPr>
              <a:t>Task 2: Optimal Clusters - Elbow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The Elbow Method was used to find the optimal k value.
- Tested k values from 1 to 10
- Plotted inertia (within-cluster sum of squares)
- The curve bends at k=3 indicating optimal clustering
This means customers naturally fall into 3 groups:
  - Low engagement users
  - Medium engagement users
  - High engagement users
See elbow curve chart in dashboard for visual proof.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User Experience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3: Experience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Per-user experience metrics computed:
- Average TCP Retransmission (DL + UL)
- Average Round Trip Time - RTT (DL + UL)
- Average Throughput (DL + UL)
- Handset Type (most frequent per user)
Missing values replaced with column mean.
Outliers handled with 3 standard deviation clipping.
Top, Bottom &amp; Most Frequent values computed
for TCP, RTT and Throughput metrics.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467F"/>
                </a:solidFill>
              </a:rPr>
              <a:t>Task 3: Throughput &amp; TCP per Handset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Throughput Distribution per Handset Type:
- Huawei B528S-23A shows highest average throughput
- Apple devices show consistent mid-range throughput
- Samsung devices vary widely in throughput
TCP Retransmission per Handset Type:
- Higher TCP retransmission = worse network experience
- Some handsets show significantly higher retransmission
- Indicates network compatibility issues with certain devices
See charts in dashboard for visual breakdown.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3: Experience Clusters (k=3)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K-Means Clustering on Experience Metrics:
- Cluster 0 - Poor Experience:
  High TCP retransmission, High RTT, Low throughput
- Cluster 1 - Average Experience:
  Moderate TCP, Moderate RTT, Moderate throughput
- Cluster 2 - Good Experience:
  Low TCP retransmission, Low RTT, High throughput
Most users fall in Average Experience cluster.
Poor experience users need immediate network attention.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User Satisfaction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4: Satisfaction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Satisfaction Score Computation:
- Engagement Score = Euclidean distance from least
  engaged cluster centroid
- Experience Score = Euclidean distance from worst
  experience cluster centroid
- Satisfaction Score = Average of both scores
106,856 users scored successfully!
Top 10 most satisfied customers identified.
All scores exported to PostgreSQL database.
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4: Regression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Linear Regression Model to Predict Satisfaction:
- Features: Engagement Score + Experience Score
- Target: Satisfaction Score
- Train/Test Split: 80% / 20%
Model Results:
  ✅ MSE:      0.0000 (Near Perfect!)
  ✅ R² Score: 1.0000 (Perfect Prediction!)
Model tracked using MLflow:
- Parameters logged
- Metrics logged
- Model artifact saved
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Task 4: Satisfaction Clusters (k=2)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K-Means (k=2) on Engagement &amp; Experience Scores:
- Cluster 0 - Lower Satisfaction:
  Average satisfaction: 0.2922
  Count: 35,607 users
- Cluster 1 - Higher Satisfaction:
  Average satisfaction: 0.3494
  Count: 71,249 users
Majority of users (71,249) fall in higher satisfaction cluster.
This is a positive sign for TellCo's service quality!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✅ Recommendation: BUY TellCo!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
Strong reasons to purchase TellCo:
✅ Large user base: 106,856 active customers
✅ High engagement: Gaming &amp; Social Media drive usage
✅ Apple &amp; Samsung dominance: Premium user segment
✅ Majority satisfied: 71,249 users in high satisfaction cluster
✅ Growth potential: Underserved segments identified
✅ Network improvements can boost experience scores
Action Plan:
- Focus marketing on Apple &amp; Samsung users
- Improve network for poor experience cluster
- Expand Gaming &amp; Social Media bandwidth
- Target high-engagement users for premium plans
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Limitations of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1E1E"/>
                </a:solidFill>
              </a:rPr>
              <a:t>
- Data covers only 1 month (April 2019) - may not represent
  full year patterns or seasonal trends
- Missing values were replaced with means which may
  introduce slight bias in results
- Satisfaction score is derived (not directly measured)
  from engagement and experience metrics only
- R² = 1.0 suggests possible data leakage in regression
  model - needs further investigation
- External factors (pricing, competition, coverage area)
  not included in analysis
- Dataset may be outdated (2019) - market conditions
  may have changed significantly
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467F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</a:rPr>
              <a:t>
- TellCo xDR Dataset - Nexthikes IT Solutions (2019)
- Scikit-learn Documentation:
  https://scikit-learn.org
- Streamlit Documentation:
  https://streamlit.io
- MLflow Documentation:
  https://mlflow.org
- Pandas Documentation:
  https://pandas.pydata.org
- GitHub Repository:
  https://github.com/harleenkaurx19/tellco-analysis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1485</Words>
  <Application>Microsoft Office PowerPoint</Application>
  <PresentationFormat>Custom</PresentationFormat>
  <Paragraphs>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Harliiyn kaur</cp:lastModifiedBy>
  <cp:revision>1</cp:revision>
  <dcterms:created xsi:type="dcterms:W3CDTF">2013-01-27T09:14:16Z</dcterms:created>
  <dcterms:modified xsi:type="dcterms:W3CDTF">2026-04-02T06:39:46Z</dcterms:modified>
  <cp:category/>
</cp:coreProperties>
</file>